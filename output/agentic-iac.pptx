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CI/CD Reference Architecture</a:t>
            </a:r>
            <a:endParaRPr lang="en-US" sz="2000" dirty="0"/>
          </a:p>
        </p:txBody>
      </p:sp>
      <p:pic>
        <p:nvPicPr>
          <p:cNvPr id="3" name="Image 0" descr="/app/output/agentic-i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3513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Customer Context (Editable)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412480" y="155448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CI/CD Tool: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Cloud: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Security: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Notes: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0" y="6217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Reference Architecture (Generated) – Do not modify structure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2026-05-07T16:08:27Z</dcterms:created>
  <dcterms:modified xsi:type="dcterms:W3CDTF">2026-05-07T16:08:27Z</dcterms:modified>
</cp:coreProperties>
</file>