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0000"/>
                </a:solidFill>
              </a:rPr>
              <a:t>CI/CD Reference Architecture</a:t>
            </a:r>
            <a:endParaRPr lang="en-US" sz="2000" dirty="0"/>
          </a:p>
        </p:txBody>
      </p:sp>
      <p:pic>
        <p:nvPicPr>
          <p:cNvPr id="3" name="Image 0" descr="/app/output/cic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05840"/>
            <a:ext cx="8229600" cy="33590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412480" y="100584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</a:rPr>
              <a:t>Customer Context (Editable)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8412480" y="1554480"/>
            <a:ext cx="274320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• CI/CD Tool: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• Cloud: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• Security: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• Notes: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029200" y="621792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</a:rPr>
              <a:t>Reference Architecture (Generated) – Do not modify structure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2026-05-07T17:28:16Z</dcterms:created>
  <dcterms:modified xsi:type="dcterms:W3CDTF">2026-05-07T17:28:16Z</dcterms:modified>
</cp:coreProperties>
</file>